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41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474720"/>
            <a:ext cx="3291840" cy="329184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20624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BIOMETRICS  ·  DEEP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Computer Vision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9784080" y="5029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home/claude/facerec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937" y="5255057"/>
            <a:ext cx="416966" cy="416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989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     Course / Department: [Add Here]        Date: July 2026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DC989-0EE9-480A-DF84-4AB884834610}"/>
              </a:ext>
            </a:extLst>
          </p:cNvPr>
          <p:cNvSpPr txBox="1"/>
          <p:nvPr/>
        </p:nvSpPr>
        <p:spPr>
          <a:xfrm>
            <a:off x="1013498" y="4450702"/>
            <a:ext cx="4884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Presenter by</a:t>
            </a:r>
            <a:b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</a:br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Ganji</a:t>
            </a: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 Madhan </a:t>
            </a:r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Kuamr</a:t>
            </a: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(1924723280)</a:t>
            </a:r>
            <a:endParaRPr lang="en-IN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Face Recognition?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is a computer vision technology that identifies or verifies a person by analyzing patterns based on their facial features. Unlike simple face detection (finding a face in an image), recognition goes further — matching a detected face against a known identity.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2971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facerec/icons/id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31263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9443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(1:1)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326440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'Is this the person they claim to be?' — used in phone unlock and border e-gates.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facerec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" y="417789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9959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(1:N)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43159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 database to answer 'Who is this person?' — used in surveillance and tagging.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60920" y="1234440"/>
            <a:ext cx="4343400" cy="4892040"/>
          </a:xfrm>
          <a:prstGeom prst="roundRect">
            <a:avLst>
              <a:gd name="adj" fmla="val 2526"/>
            </a:avLst>
          </a:prstGeom>
          <a:solidFill>
            <a:srgbClr val="0B253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68096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80960" y="2057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680960" y="2606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accuracy of leading deep-learning models on benchmark datasets (e.g., LFW)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68096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$8B+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7680960" y="4023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global face-recognition market size, growing rapidly through the decade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680960" y="4892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sec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7680960" y="5440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for real-time detection-to-match pipelines on modern hardware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Computer Vision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Face Recognition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transform a raw image into a confirmed identity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F4F8F8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facerec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4780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Face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face regions in an image or video frame using models such as Viola-Jones, MTCNN, or SSD-based detectors.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63240" y="354330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364992" y="19659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F4F8F8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79392" y="22860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facerec/icons/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4780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Alignment &amp; Preprocessing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47872" y="38404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pose, scale, and lighting; landmarks (eyes, nose, mouth) align the face to a canonical position.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354330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272784" y="19659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F4F8F8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87184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facerec/icons/fingerpr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24780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9944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Extraction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55664" y="38404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encodes the face into a compact numerical vector (embedding) that captures its unique identity.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78824" y="354330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180576" y="19659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F4F8F8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94976" y="22860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/home/claude/facerec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247802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17736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Matching &amp; Decision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363456" y="38404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is compared against a database using distance metrics to confirm or identify the person.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Computer Vision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Computer Vision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used across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4F8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facerec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21680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476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Cascades &amp; HOG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5603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Classical, fast detectors using edge/gradient patterns — still used in lightweight, real-time embedded systems.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4F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facerec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1680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476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(CNNs)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5603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hierarchical visual features directly from pixels; the backbone of nearly all modern recognition systems.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42519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4F8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526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facerec/icons/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" y="4728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079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Landmark Detection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5120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key points (eyes, nose, jawline) to align faces and normalize pose before feature extraction.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2519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4F8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facerec/icons/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728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5079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Metric / Embedding Learning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5120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networks (e.g., with triplet or ArcFace loss) so same-identity faces map close together in vector space.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Computer Vision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Algorithms &amp;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classical statistics to modern deep embeddings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1148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Accuracy*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Eigenfaces (PCA)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 faces onto principal components to reduce dimensionality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~60-70%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Fisherfaces (LDA)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Maximizes between-class separation for better lighting/pose tolerance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~70-75%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Encodes local texture patterns; simple and fast for embedded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DeepFace / FaceNet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2014-15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embeddings trained with triplet loss for identity similarity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angular margin loss for sharper class separation at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*Accuracy figures are representative benchmark results (e.g., LFW dataset) and vary by dataset, conditions, and implementation.</a:t>
            </a:r>
            <a:endParaRPr lang="en-US" sz="1000" dirty="0"/>
          </a:p>
        </p:txBody>
      </p:sp>
      <p:sp>
        <p:nvSpPr>
          <p:cNvPr id="4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Computer Vision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now touches everyday life across industries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0B253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9339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facerec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215981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Unlock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fast biometric authentication (e.g., Face ID).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7373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0B2530"/>
          </a:solidFill>
          <a:ln/>
        </p:spPr>
      </p:sp>
      <p:sp>
        <p:nvSpPr>
          <p:cNvPr id="10" name="Shape 7"/>
          <p:cNvSpPr/>
          <p:nvPr/>
        </p:nvSpPr>
        <p:spPr>
          <a:xfrm>
            <a:off x="4507992" y="199339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facerec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413" y="215981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7992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Surveillance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07992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Airports, borders, and public-safety monitoring.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0B2530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199339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facerec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215981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check-in for offices, schools, and events.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0B2530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4325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facerec/icons/c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3" y="449153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Marketing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" y="5486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in-store experiences and loss prevention.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51960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0B2530"/>
          </a:solidFill>
          <a:ln/>
        </p:spPr>
      </p:sp>
      <p:sp>
        <p:nvSpPr>
          <p:cNvPr id="25" name="Shape 19"/>
          <p:cNvSpPr/>
          <p:nvPr/>
        </p:nvSpPr>
        <p:spPr>
          <a:xfrm>
            <a:off x="4507992" y="4325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facerec/icons/sh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413" y="4491533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07992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07992" y="5486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Auto-tagging friends and content moderation.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0B2530"/>
          </a:solidFill>
          <a:ln/>
        </p:spPr>
      </p:sp>
      <p:sp>
        <p:nvSpPr>
          <p:cNvPr id="30" name="Shape 23"/>
          <p:cNvSpPr/>
          <p:nvPr/>
        </p:nvSpPr>
        <p:spPr>
          <a:xfrm>
            <a:off x="8302752" y="4325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/home/claude/facerec/icons/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9173" y="4491533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Payments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5486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for secure transactions.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Computer Vision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8F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02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and fast — no physical touch or card required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fake compared to passwords or PINs alone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9319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for identification across large crowds or databases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1206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9377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improving accuracy with deep learning advances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5532120" cy="4846320"/>
          </a:xfrm>
          <a:prstGeom prst="roundRect">
            <a:avLst>
              <a:gd name="adj" fmla="val 1887"/>
            </a:avLst>
          </a:prstGeom>
          <a:solidFill>
            <a:srgbClr val="0B25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210312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9202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with poor lighting, occlusion, or extreme angles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310896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9260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lower accuracy across some demographic groups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11480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9319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consent concerns around mass surveillance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512064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49377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spoofing without robust liveness detection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Computer Vision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&amp; Privacy Considerations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technology demands responsible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4F8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6" name="Image 0" descr="/home/claude/facerec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21680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47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show accuracy gaps across skin tone, gender, and age groups when training data lacks diversity.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4F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facerec/icons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1680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47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&amp; Consent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4688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such as GDPR and various biometric privacy acts require explicit consent and data protection.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42519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4F8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526280"/>
            <a:ext cx="777240" cy="7772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6" name="Image 2" descr="/home/claude/facerec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" y="4728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07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Concerns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50292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deployment raises questions about mass monitoring, tracking, and civil liberties.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2519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4F8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facerec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728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507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50292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data is uniquely sensitive — unlike a password, a face cannot be 'reset' if compromised.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Computer Vision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Trends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technology is headed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3291840"/>
            <a:ext cx="10149840" cy="0"/>
          </a:xfrm>
          <a:prstGeom prst="line">
            <a:avLst/>
          </a:prstGeom>
          <a:noFill/>
          <a:ln w="38100">
            <a:solidFill>
              <a:srgbClr val="D6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31912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4F8F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813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&amp; Depth Sensing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light and ToF sensors improve robustness against spoofing and lighting.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926080"/>
            <a:ext cx="0" cy="365760"/>
          </a:xfrm>
          <a:prstGeom prst="line">
            <a:avLst/>
          </a:prstGeom>
          <a:noFill/>
          <a:ln w="19050">
            <a:solidFill>
              <a:srgbClr val="D6E6E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288536" y="3191256"/>
            <a:ext cx="201168" cy="201168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3260" y="365760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4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3360420" y="37673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/ Edge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0420" y="422452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runs locally on phones and cameras for speed and privacy.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3291840"/>
            <a:ext cx="0" cy="365760"/>
          </a:xfrm>
          <a:prstGeom prst="line">
            <a:avLst/>
          </a:prstGeom>
          <a:noFill/>
          <a:ln w="19050">
            <a:solidFill>
              <a:srgbClr val="D6E6E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671816" y="31912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6540" y="137160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4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6743700" y="14813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Biometrics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43700" y="193852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face with voice, gait, or iris for stronger identity confidence.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2926080"/>
            <a:ext cx="0" cy="365760"/>
          </a:xfrm>
          <a:prstGeom prst="line">
            <a:avLst/>
          </a:prstGeom>
          <a:noFill/>
          <a:ln w="19050">
            <a:solidFill>
              <a:srgbClr val="D6E6E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1055096" y="3191256"/>
            <a:ext cx="201168" cy="201168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365760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4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37673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&amp; Fair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0" y="422452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focuses on reducing bias and increasing model transparency.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55680" y="3291840"/>
            <a:ext cx="0" cy="365760"/>
          </a:xfrm>
          <a:prstGeom prst="line">
            <a:avLst/>
          </a:prstGeom>
          <a:noFill/>
          <a:ln w="19050">
            <a:solidFill>
              <a:srgbClr val="D6E6E4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Computer Vision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114800" cy="41148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sits at the intersection of computer vision and deep learning — turning pixels into identity with remarkable speed and accuracy. As the technology matures, its future depends on balancing innovation with fairness, privacy, and trust.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39867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8130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Alignment → Extraction → Matching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4897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embeddings now drive near-human 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9926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8188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Responsible, unbiased deployment is the next frontier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966960" y="237744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0" descr="/home/claude/facerec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027" y="2686507"/>
            <a:ext cx="570586" cy="57058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960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MADHAN GANJI</cp:lastModifiedBy>
  <cp:revision>2</cp:revision>
  <dcterms:created xsi:type="dcterms:W3CDTF">2026-07-16T05:25:20Z</dcterms:created>
  <dcterms:modified xsi:type="dcterms:W3CDTF">2026-07-21T05:17:36Z</dcterms:modified>
</cp:coreProperties>
</file>